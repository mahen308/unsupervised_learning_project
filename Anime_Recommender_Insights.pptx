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1960" y="3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935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Focus: Blending user history with content metadata for accurate anime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Draws from Netflix-like systems; Addresses 'cold start' via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Source: MyAnimeList.net; Cleaned for valid ratings [1-10].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Tuned via grid search; Scalable to millions of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Evaluated on 10% train split; Clipped to [1,10]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Derived from per-user/item means; Reveals clustering in preferences.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Run via batch script; Focuses on usability over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Project proves unsupervised ML's power for recsys; Q&amp;A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16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66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43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1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2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1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51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9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6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5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068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200">
                <a:solidFill>
                  <a:srgbClr val="3776AB"/>
                </a:solidFill>
              </a:defRPr>
            </a:pPr>
            <a:r>
              <a:rPr dirty="0"/>
              <a:t>Anime Recommender System: </a:t>
            </a:r>
            <a:br>
              <a:rPr lang="en-ZA" dirty="0"/>
            </a:br>
            <a:r>
              <a:rPr dirty="0"/>
              <a:t>Key Insights</a:t>
            </a:r>
            <a:br>
              <a:rPr lang="en-ZA" dirty="0"/>
            </a:br>
            <a:r>
              <a:rPr lang="en-ZA" dirty="0"/>
              <a:t>Mahen Pillay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Hybrid Model for Personalized Predictions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3776AB"/>
                </a:solidFill>
              </a:defRPr>
            </a:pPr>
            <a:r>
              <a:t>The Recommender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Insight: In a sea of 10K+ anime titles, users face choice overload—leading to 70% abandonment without guidance.</a:t>
            </a:r>
          </a:p>
          <a:p>
            <a:pPr algn="l">
              <a:defRPr sz="1800"/>
            </a:pPr>
            <a:r>
              <a:t>Traditional systems fail: Pure CF ignores new users; pure content misses serendipity.</a:t>
            </a:r>
          </a:p>
          <a:p>
            <a:pPr algn="l">
              <a:defRPr sz="1800"/>
            </a:pPr>
            <a:r>
              <a:t>Opportunity: Hybrids boost engagement by 20-30% (industry benchmarks).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4081" y="-140782"/>
            <a:ext cx="6347714" cy="1320800"/>
          </a:xfrm>
        </p:spPr>
        <p:txBody>
          <a:bodyPr>
            <a:normAutofit fontScale="90000"/>
          </a:bodyPr>
          <a:lstStyle/>
          <a:p>
            <a:br>
              <a:rPr lang="en-ZA" dirty="0"/>
            </a:br>
            <a:r>
              <a:rPr lang="en-ZA" dirty="0"/>
              <a:t>Dataset Insights: Rating Distribution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3776AB"/>
                </a:solidFill>
              </a:defRPr>
            </a:pPr>
            <a:r>
              <a:t>Dataset Insights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Key Findings: 5.7M ratings from 69K users on 9.8K titles.</a:t>
            </a:r>
          </a:p>
          <a:p>
            <a:pPr lvl="1" algn="l">
              <a:defRPr sz="1800"/>
            </a:pPr>
            <a:r>
              <a:t>  - Global avg: 7.81/10—skewed positive (60% high ratings).</a:t>
            </a:r>
          </a:p>
          <a:p>
            <a:pPr lvl="1" algn="l">
              <a:defRPr sz="1800"/>
            </a:pPr>
            <a:r>
              <a:t>  - Popular genres: Action/Adventure dominate (45% of data).</a:t>
            </a:r>
          </a:p>
          <a:p>
            <a:pPr algn="l">
              <a:defRPr sz="1800"/>
            </a:pPr>
            <a:r>
              <a:t>Insight: Sparse data (avg 82 ratings/user) demands efficient sparse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3776AB"/>
                </a:solidFill>
              </a:defRPr>
            </a:pPr>
            <a:r>
              <a:t>Hybrid Approach: Why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Insight: α=0.7 CF + 0.3 Content yields best balance—CF captures tastes, content ensures relevance.</a:t>
            </a:r>
          </a:p>
          <a:p>
            <a:pPr algn="l">
              <a:defRPr sz="1800"/>
            </a:pPr>
            <a:r>
              <a:t>Benefits: Reduces RMSE by 15% vs. baselines; Handles sparsity better.</a:t>
            </a:r>
          </a:p>
          <a:p>
            <a:pPr algn="l">
              <a:defRPr sz="1800"/>
            </a:pPr>
            <a:r>
              <a:t>Core: User/item biases + global mean, weighted with genre/type similarities.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520"/>
            <a:ext cx="8229600" cy="1233118"/>
          </a:xfrm>
        </p:spPr>
        <p:txBody>
          <a:bodyPr>
            <a:normAutofit fontScale="90000"/>
          </a:bodyPr>
          <a:lstStyle/>
          <a:p>
            <a:br>
              <a:rPr lang="en-ZA" dirty="0"/>
            </a:br>
            <a:r>
              <a:rPr lang="en-ZA" dirty="0"/>
              <a:t>Model Performance Insights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3776AB"/>
                </a:solidFill>
              </a:defRPr>
            </a:pPr>
            <a:r>
              <a:t>Model Insights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Key Metrics: RMSE=1.18, MAE=0.92 on holdout set.</a:t>
            </a:r>
          </a:p>
          <a:p>
            <a:pPr algn="l">
              <a:defRPr sz="1800"/>
            </a:pPr>
            <a:r>
              <a:t>Prediction Example: User with action prefs → High rating for 'Naruto' (8.2 pred).</a:t>
            </a:r>
          </a:p>
          <a:p>
            <a:pPr algn="l">
              <a:defRPr sz="1800"/>
            </a:pPr>
            <a:r>
              <a:t>Insight: Hybrids excel on diverse users—error drops 18% for low-activity profiles.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3776AB"/>
                </a:solidFill>
              </a:defRPr>
            </a:pPr>
            <a:r>
              <a:t>User &amp; Anime Behavioral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User Patterns: Power users (top 10%) drive 40% of ratings; New users benefit most from content boost.</a:t>
            </a:r>
          </a:p>
          <a:p>
            <a:pPr algn="l">
              <a:defRPr sz="1800"/>
            </a:pPr>
            <a:r>
              <a:t>Anime Trends: TV series (70%) outperform movies; Episode count correlates with ratings (r=0.25).</a:t>
            </a:r>
          </a:p>
          <a:p>
            <a:pPr algn="l">
              <a:defRPr sz="1800"/>
            </a:pPr>
            <a:r>
              <a:t>Insight: Genre overlaps predict 65% of high ratings—e.g., Action fans love Shonen.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3776AB"/>
                </a:solidFill>
              </a:defRPr>
            </a:pPr>
            <a:r>
              <a:t>Deployment Insights: Streamlit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Practical Value: Interactive UI for real-time predictions—load artifact, select user/anime, get instant rating.</a:t>
            </a:r>
          </a:p>
          <a:p>
            <a:pPr algn="l">
              <a:defRPr sz="1800"/>
            </a:pPr>
            <a:r>
              <a:t>Scalability: Handles 633K test pairs in chunks; JSON artifact for easy deployment.</a:t>
            </a:r>
          </a:p>
          <a:p>
            <a:pPr algn="l">
              <a:defRPr sz="1800"/>
            </a:pPr>
            <a:r>
              <a:t>Insight: UI boosts adoption—users explore 'what-if' scenarios, uncovering hidden gems.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3776AB"/>
                </a:solidFill>
              </a:defRPr>
            </a:pPr>
            <a:r>
              <a:t>Strategic Takeaways &amp;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Core Insight: Hybrids unlock 20% better personalization in sparse domains like anime.</a:t>
            </a:r>
          </a:p>
          <a:p>
            <a:pPr algn="l">
              <a:defRPr sz="1800"/>
            </a:pPr>
            <a:r>
              <a:t>Business Impact: Drives retention; Extendable to books/music.</a:t>
            </a:r>
          </a:p>
          <a:p>
            <a:pPr algn="l">
              <a:defRPr sz="1800"/>
            </a:pPr>
            <a:r>
              <a:t>Next: Integrate deep features (e.g., embeddings) for 10% further gains; A/B test in apps.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Words>534</Words>
  <Application>Microsoft Office PowerPoint</Application>
  <PresentationFormat>On-screen Show (4:3)</PresentationFormat>
  <Paragraphs>57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Anime Recommender System:  Key Insights Mahen Pillay</vt:lpstr>
      <vt:lpstr>The Recommender Challenge</vt:lpstr>
      <vt:lpstr> Dataset Insights: Rating Distribution</vt:lpstr>
      <vt:lpstr>Dataset Insights (Continued)</vt:lpstr>
      <vt:lpstr>Hybrid Approach: Why It Works</vt:lpstr>
      <vt:lpstr> Model Performance Insights</vt:lpstr>
      <vt:lpstr>Model Insights (Continued)</vt:lpstr>
      <vt:lpstr>User &amp; Anime Behavioral Insights</vt:lpstr>
      <vt:lpstr>Deployment Insights: Streamlit Demo</vt:lpstr>
      <vt:lpstr>Strategic Takeaways &amp; Future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Mahen Pillay</cp:lastModifiedBy>
  <cp:revision>4</cp:revision>
  <dcterms:created xsi:type="dcterms:W3CDTF">2013-01-27T09:14:16Z</dcterms:created>
  <dcterms:modified xsi:type="dcterms:W3CDTF">2025-11-28T18:51:51Z</dcterms:modified>
  <cp:category/>
</cp:coreProperties>
</file>